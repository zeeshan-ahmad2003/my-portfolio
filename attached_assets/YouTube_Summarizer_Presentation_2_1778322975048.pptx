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2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3200400" cy="3200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029200"/>
            <a:ext cx="2286000" cy="2286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INTERNSHIP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YouTube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2C39A"/>
                </a:solidFill>
                <a:latin typeface="Calibri"/>
              </a:rPr>
              <a:t>Summarizer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0"/>
                </a:solidFill>
                <a:latin typeface="Calibri"/>
              </a:rPr>
              <a:t>An AI-Powered RAG-Based System for Intelligent Video Summarization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06240"/>
            <a:ext cx="457200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Presented by: Zeeshan Ahmad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FC5"/>
                </a:solidFill>
                <a:latin typeface="Calibri"/>
              </a:rPr>
              <a:t>Built with Python  •  Groq AI  •  Flask  •  RAG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6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This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E44"/>
                </a:solidFill>
                <a:latin typeface="Calibri"/>
              </a:rPr>
              <a:t>The YouTube Video Summarizer is an AI-powered web application that automatically reads and summarizes any YouTube video — saving users hours of watching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47472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282"/>
                </a:solidFill>
                <a:latin typeface="Calibri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Watching long videos takes too much time. Users often want just the key points without sitting through hours of content.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19456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194560"/>
            <a:ext cx="347472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282"/>
                </a:solidFill>
                <a:latin typeface="Calibri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71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Paste any YouTube link into the app. The AI reads the full transcript and delivers a clean, accurate summary in seconds.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19456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194560"/>
            <a:ext cx="3474720" cy="2286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282"/>
                </a:solidFill>
                <a:latin typeface="Calibri"/>
              </a:rPr>
              <a:t>Who it helps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971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Students, researchers, professionals, and anyone who wants to learn faster and smarter from video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6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It Works —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4"/>
                </a:solidFill>
                <a:latin typeface="Calibri"/>
              </a:rPr>
              <a:t>The system follows a simple RAG pipeline — Retrieve the transcript, then Generate a summary using AI.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1783080"/>
            <a:ext cx="731520" cy="7315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79" y="2057400"/>
            <a:ext cx="201168" cy="2011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17373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282"/>
                </a:solidFill>
                <a:latin typeface="Calibri"/>
              </a:rPr>
              <a:t>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Paste a YouTube video URL into the web interface</a:t>
            </a:r>
          </a:p>
        </p:txBody>
      </p:sp>
      <p:sp>
        <p:nvSpPr>
          <p:cNvPr id="12" name="Oval 11"/>
          <p:cNvSpPr/>
          <p:nvPr/>
        </p:nvSpPr>
        <p:spPr>
          <a:xfrm>
            <a:off x="2926080" y="1783080"/>
            <a:ext cx="731520" cy="731520"/>
          </a:xfrm>
          <a:prstGeom prst="ellipse">
            <a:avLst/>
          </a:prstGeom>
          <a:solidFill>
            <a:srgbClr val="06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057400"/>
            <a:ext cx="201168" cy="2011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2697480"/>
            <a:ext cx="17373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282"/>
                </a:solidFill>
                <a:latin typeface="Calibri"/>
              </a:rPr>
              <a:t>Extract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246120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System extracts the unique video ID from the URL</a:t>
            </a:r>
          </a:p>
        </p:txBody>
      </p:sp>
      <p:sp>
        <p:nvSpPr>
          <p:cNvPr id="18" name="Oval 17"/>
          <p:cNvSpPr/>
          <p:nvPr/>
        </p:nvSpPr>
        <p:spPr>
          <a:xfrm>
            <a:off x="4892040" y="1783080"/>
            <a:ext cx="731520" cy="7315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199" y="2057400"/>
            <a:ext cx="201168" cy="2011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697480"/>
            <a:ext cx="17373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282"/>
                </a:solidFill>
                <a:latin typeface="Calibri"/>
              </a:rPr>
              <a:t>Fetch Transcript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246120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YouTube Transcript API downloads the full video transcript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1783080"/>
            <a:ext cx="731520" cy="731520"/>
          </a:xfrm>
          <a:prstGeom prst="ellipse">
            <a:avLst/>
          </a:prstGeom>
          <a:solidFill>
            <a:srgbClr val="06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057400"/>
            <a:ext cx="201168" cy="2011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2697480"/>
            <a:ext cx="17373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282"/>
                </a:solidFill>
                <a:latin typeface="Calibri"/>
              </a:rPr>
              <a:t>Send to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46120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Transcript is sent to Groq's AI (LLaMA model)</a:t>
            </a:r>
          </a:p>
        </p:txBody>
      </p:sp>
      <p:sp>
        <p:nvSpPr>
          <p:cNvPr id="30" name="Oval 29"/>
          <p:cNvSpPr/>
          <p:nvPr/>
        </p:nvSpPr>
        <p:spPr>
          <a:xfrm>
            <a:off x="8823960" y="1783080"/>
            <a:ext cx="731520" cy="7315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2057400"/>
            <a:ext cx="201168" cy="2011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2697480"/>
            <a:ext cx="17373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282"/>
                </a:solidFill>
                <a:latin typeface="Calibri"/>
              </a:rPr>
              <a:t>AI Summarizes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246120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AI reads the content and generates key points</a:t>
            </a:r>
          </a:p>
        </p:txBody>
      </p:sp>
      <p:sp>
        <p:nvSpPr>
          <p:cNvPr id="36" name="Oval 35"/>
          <p:cNvSpPr/>
          <p:nvPr/>
        </p:nvSpPr>
        <p:spPr>
          <a:xfrm>
            <a:off x="10789920" y="1783080"/>
            <a:ext cx="731520" cy="731520"/>
          </a:xfrm>
          <a:prstGeom prst="ellipse">
            <a:avLst/>
          </a:prstGeom>
          <a:solidFill>
            <a:srgbClr val="06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1783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87000" y="2697480"/>
            <a:ext cx="17373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282"/>
                </a:solidFill>
                <a:latin typeface="Calibri"/>
              </a:rPr>
              <a:t>Display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3246120"/>
            <a:ext cx="1554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Clean summary is shown on the webpage instantly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6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Tools Used to Build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4"/>
                </a:solidFill>
                <a:latin typeface="Calibri"/>
              </a:rPr>
              <a:t>Each tool has one simple job — together they make the app work.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69164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719072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75564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5564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The main coding language. All the code is written in Python.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560320"/>
            <a:ext cx="548640" cy="548640"/>
          </a:xfrm>
          <a:prstGeom prst="ellipse">
            <a:avLst/>
          </a:prstGeom>
          <a:solidFill>
            <a:srgbClr val="06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06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587751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624327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282"/>
                </a:solidFill>
                <a:latin typeface="Calibri"/>
              </a:rPr>
              <a:t>Groq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624327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A free AI service. It reads the transcript and writes the summary.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42900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456432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49300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YouTube Transcript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49300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Downloads the spoken words from any YouTube video automatically.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4297680"/>
            <a:ext cx="548640" cy="548640"/>
          </a:xfrm>
          <a:prstGeom prst="ellipse">
            <a:avLst/>
          </a:prstGeom>
          <a:solidFill>
            <a:srgbClr val="06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325112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36168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282"/>
                </a:solidFill>
                <a:latin typeface="Calibri"/>
              </a:rPr>
              <a:t>Flask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36168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Creates a simple local website so users can use the app in a browser.</a:t>
            </a:r>
          </a:p>
        </p:txBody>
      </p:sp>
      <p:sp>
        <p:nvSpPr>
          <p:cNvPr id="26" name="Oval 25"/>
          <p:cNvSpPr/>
          <p:nvPr/>
        </p:nvSpPr>
        <p:spPr>
          <a:xfrm>
            <a:off x="411480" y="516636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193792"/>
            <a:ext cx="25603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23036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HTML / CSS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23036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Makes the webpage look good — buttons, colors, and layout.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005840"/>
          </a:xfrm>
          <a:prstGeom prst="rect">
            <a:avLst/>
          </a:prstGeom>
          <a:solidFill>
            <a:srgbClr val="06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E44"/>
                </a:solidFill>
                <a:latin typeface="Calibri"/>
              </a:rPr>
              <a:t>Ideas to make this project even better in the future.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57784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391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Support More Languages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Right now the app works best with English videos. In the future it can support Arabic, Urdu, French and other languages too.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73736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737360"/>
            <a:ext cx="5577840" cy="256032"/>
          </a:xfrm>
          <a:prstGeom prst="rect">
            <a:avLst/>
          </a:prstGeom>
          <a:solidFill>
            <a:srgbClr val="06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282"/>
                </a:solidFill>
                <a:latin typeface="Calibri"/>
              </a:rPr>
              <a:t>Download Summary as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Add a button so the user can save the summary as a PDF file to read later or share with others.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6052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7784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622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  <a:latin typeface="Calibri"/>
              </a:rPr>
              <a:t>Summarize Multiple Videos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37759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Allow the user to paste more than one YouTube link and get a combined summary of all of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16052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160520"/>
            <a:ext cx="5577840" cy="256032"/>
          </a:xfrm>
          <a:prstGeom prst="rect">
            <a:avLst/>
          </a:prstGeom>
          <a:solidFill>
            <a:srgbClr val="06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4622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282"/>
                </a:solidFill>
                <a:latin typeface="Calibri"/>
              </a:rPr>
              <a:t>Ask Questions About the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59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44"/>
                </a:solidFill>
                <a:latin typeface="Calibri"/>
              </a:rPr>
              <a:t>Let the user ask questions like 'What did the speaker say about AI?' and get a direct answer from the video.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2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0C8E0"/>
                </a:solidFill>
                <a:latin typeface="Calibri"/>
              </a:rPr>
              <a:t>What was built and what was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377440" cy="210312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377440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2C39A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Tools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992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FC5"/>
                </a:solidFill>
                <a:latin typeface="Calibri"/>
              </a:rPr>
              <a:t>Python, Groq AI, Flask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554480"/>
            <a:ext cx="2377440" cy="210312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554480"/>
            <a:ext cx="2377440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7830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2C39A"/>
                </a:solidFill>
                <a:latin typeface="Calibri"/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Method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992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FC5"/>
                </a:solidFill>
                <a:latin typeface="Calibri"/>
              </a:rPr>
              <a:t>AI reads first, then summarizes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2377440" cy="210312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54480"/>
            <a:ext cx="2377440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2C39A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Free to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992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FC5"/>
                </a:solidFill>
                <a:latin typeface="Calibri"/>
              </a:rPr>
              <a:t>No payment needed at 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1554480"/>
            <a:ext cx="2377440" cy="210312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1554480"/>
            <a:ext cx="2377440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7830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2C39A"/>
                </a:solidFill>
                <a:latin typeface="Calibri"/>
              </a:rPr>
              <a:t>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606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Runs In Browser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9992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FC5"/>
                </a:solidFill>
                <a:latin typeface="Calibri"/>
              </a:rPr>
              <a:t>No internet hosting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86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  <a:latin typeface="Calibri"/>
              </a:rPr>
              <a:t>What I Learned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22860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416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0F0"/>
                </a:solidFill>
                <a:latin typeface="Calibri"/>
              </a:rPr>
              <a:t>How to build an AI app using Python from scratch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10327"/>
            <a:ext cx="22860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92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0F0"/>
                </a:solidFill>
                <a:latin typeface="Calibri"/>
              </a:rPr>
              <a:t>How to connect to a free AI service (Groq) using an API key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85816"/>
            <a:ext cx="22860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675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0F0"/>
                </a:solidFill>
                <a:latin typeface="Calibri"/>
              </a:rPr>
              <a:t>How to create a simple webpage using Flask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61304"/>
            <a:ext cx="22860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84301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0F0"/>
                </a:solidFill>
                <a:latin typeface="Calibri"/>
              </a:rPr>
              <a:t>How to solve real errors that come up during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80A0"/>
                </a:solidFill>
                <a:latin typeface="Calibri"/>
              </a:rPr>
              <a:t>Presented by Zeeshan Ahmad  •  Powered by Groq AI +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