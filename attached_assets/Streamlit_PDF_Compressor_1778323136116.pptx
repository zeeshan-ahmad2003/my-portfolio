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PDF COMPRESSOR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8A8A"/>
                </a:solidFill>
              </a:rPr>
              <a:t>Streamlit Web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3657600" cy="54864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0C0"/>
                </a:solidFill>
              </a:rPr>
              <a:t>Built by Zeeshan Ahmad  |  Python + Streamlit + Ghostscript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90B0"/>
                </a:solidFill>
              </a:rPr>
              <a:t>Deployed on Streamlit Cloud  |  Free Forever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Streamlit?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3748"/>
                </a:solidFill>
              </a:rPr>
              <a:t>Streamlit is a Python library that lets you build web apps using ONLY Python — no HTML or CSS needed!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2651760" cy="3200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2651760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D3748"/>
                </a:solidFill>
              </a:rPr>
              <a:t>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B1F1F"/>
                </a:solidFill>
              </a:rPr>
              <a:t>Pure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</a:rPr>
              <a:t>Write everything in Python — no need to learn HTML, CSS or JavaScript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103120"/>
            <a:ext cx="2651760" cy="3200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103120"/>
            <a:ext cx="2651760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2860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D3748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B1F1F"/>
                </a:solidFill>
              </a:rPr>
              <a:t>Fast &amp; Easy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</a:rPr>
              <a:t>Build a working web app in minutes with very few lines of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103120"/>
            <a:ext cx="2651760" cy="3200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103120"/>
            <a:ext cx="2651760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2860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D3748"/>
                </a:solidFill>
              </a:rPr>
              <a:t>☁️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B1F1F"/>
                </a:solidFill>
              </a:rPr>
              <a:t>Free Hosting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</a:rPr>
              <a:t>Deploy for free on Streamlit Cloud — stays live 24/7 forever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103120"/>
            <a:ext cx="2651760" cy="3200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2103120"/>
            <a:ext cx="2651760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2860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D3748"/>
                </a:solidFill>
              </a:rPr>
              <a:t>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B1F1F"/>
                </a:solidFill>
              </a:rPr>
              <a:t>Ghostscript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566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</a:rPr>
              <a:t>Supports Ghostscript for powerful 60-70% PDF compression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0" y="63550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Streamlit PDF Compressor  |  Free Forever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Tools &amp; 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09728" cy="13716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B1F1F"/>
                </a:solidFill>
              </a:rPr>
              <a:t>🐍  Python 3.13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39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</a:rPr>
              <a:t>The main programming language used to write all the app logic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109728" cy="13716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B1F1F"/>
                </a:solidFill>
              </a:rPr>
              <a:t>🎈  Streamlit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39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</a:rPr>
              <a:t>Python library that creates the web interface without any HTML or CSS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39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834639"/>
            <a:ext cx="109728" cy="13716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260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B1F1F"/>
                </a:solidFill>
              </a:rPr>
              <a:t>👻  Ghostscript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</a:rPr>
              <a:t>Powerful PDF compression engine that achieves 60-70% size reduction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834639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834639"/>
            <a:ext cx="109728" cy="13716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9260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B1F1F"/>
                </a:solidFill>
              </a:rPr>
              <a:t>📄  PyMuPDF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747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</a:rPr>
              <a:t>Backup PDF library used alongside Ghostscript for processing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891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389120"/>
            <a:ext cx="109728" cy="13716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8055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B1F1F"/>
                </a:solidFill>
              </a:rPr>
              <a:t>☁️  Streamlit 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</a:rPr>
              <a:t>Free hosting platform specifically designed for Streamlit apps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3891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389120"/>
            <a:ext cx="109728" cy="13716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48055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B1F1F"/>
                </a:solidFill>
              </a:rPr>
              <a:t>🐙  GitHub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0292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</a:rPr>
              <a:t>Cloud storage for code — Streamlit Cloud reads directly from GitHub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0" y="63550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Streamlit PDF Compressor  |  Free Forever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Ghostscript Compression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3748"/>
                </a:solidFill>
              </a:rPr>
              <a:t>Ghostscript uses 4 quality levels based on the slider position: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651760" cy="38404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651760" cy="64008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🔥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B4B"/>
                </a:solidFill>
              </a:rPr>
              <a:t>Slider: 10-29%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175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</a:rPr>
              <a:t>Smallest file size. Best for sharing online or email.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828800"/>
            <a:ext cx="2651760" cy="38404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828800"/>
            <a:ext cx="2651760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187451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📧 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Slider: 30-59%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30175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</a:rPr>
              <a:t>Good balance of quality and size. Best for reading on screen.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828800"/>
            <a:ext cx="2651760" cy="38404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828800"/>
            <a:ext cx="265176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87451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🖨️ Printer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Slider: 60-84%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0175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</a:rPr>
              <a:t>High quality suitable for printing documents at home.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828800"/>
            <a:ext cx="2651760" cy="38404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828800"/>
            <a:ext cx="2651760" cy="6400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87451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✨ Prepress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A169"/>
                </a:solidFill>
              </a:rPr>
              <a:t>Slider: 85-90%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0175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</a:rPr>
              <a:t>Highest quality for professional printing. Minimal compression.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0" y="63550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Streamlit PDF Compressor  |  Free Forever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Flask App vs Streamlit App —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212080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🎨  Flask App (Render)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097280"/>
            <a:ext cx="5212080" cy="54864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143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🎈  Streamlit App (Streamlit Cloud)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1828800" cy="530352"/>
          </a:xfrm>
          <a:prstGeom prst="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28800"/>
            <a:ext cx="3383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AA"/>
                </a:solidFill>
              </a:rPr>
              <a:t>Beautiful custom 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828800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1F1F"/>
                </a:solidFill>
              </a:rPr>
              <a:t>Simple default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04872"/>
            <a:ext cx="1828800" cy="530352"/>
          </a:xfrm>
          <a:prstGeom prst="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963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Compression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2404872"/>
            <a:ext cx="3383280" cy="530352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24963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AA"/>
                </a:solidFill>
              </a:rPr>
              <a:t>20-30% (PyMuPDF)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404872"/>
            <a:ext cx="5212080" cy="530352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4963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1F1F"/>
                </a:solidFill>
              </a:rPr>
              <a:t>60-70% (Ghostscript)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80944"/>
            <a:ext cx="1828800" cy="530352"/>
          </a:xfrm>
          <a:prstGeom prst="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7238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2980944"/>
            <a:ext cx="3383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30723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AA"/>
                </a:solidFill>
              </a:rPr>
              <a:t>Free forever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980944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0723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1F1F"/>
                </a:solidFill>
              </a:rPr>
              <a:t>Free forever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57016"/>
            <a:ext cx="1828800" cy="530352"/>
          </a:xfrm>
          <a:prstGeom prst="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4845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Sleep mode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3557016"/>
            <a:ext cx="3383280" cy="530352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6484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AA"/>
                </a:solidFill>
              </a:rPr>
              <a:t>15 min inactivity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557016"/>
            <a:ext cx="5212080" cy="530352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6484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1F1F"/>
                </a:solidFill>
              </a:rPr>
              <a:t>After inactivity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33087"/>
            <a:ext cx="1828800" cy="530352"/>
          </a:xfrm>
          <a:prstGeom prst="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24527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Wake 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4133087"/>
            <a:ext cx="3383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0" y="422452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AA"/>
                </a:solidFill>
              </a:rPr>
              <a:t>~50 seconds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4133087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22452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1F1F"/>
                </a:solidFill>
              </a:rPr>
              <a:t>~30 seconds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709160"/>
            <a:ext cx="1828800" cy="530352"/>
          </a:xfrm>
          <a:prstGeom prst="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800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File limit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4709160"/>
            <a:ext cx="3383280" cy="530352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4800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AA"/>
                </a:solidFill>
              </a:rPr>
              <a:t>100MB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4709160"/>
            <a:ext cx="5212080" cy="530352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800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1F1F"/>
                </a:solidFill>
              </a:rPr>
              <a:t>200MB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285232"/>
            <a:ext cx="1828800" cy="530352"/>
          </a:xfrm>
          <a:prstGeom prst="rect">
            <a:avLst/>
          </a:prstGeom>
          <a:solidFill>
            <a:srgbClr val="E8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3766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748"/>
                </a:solidFill>
              </a:rPr>
              <a:t>Language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5285232"/>
            <a:ext cx="3383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0" y="53766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AA"/>
                </a:solidFill>
              </a:rPr>
              <a:t>Python + HTML + CSS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5285232"/>
            <a:ext cx="5212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53766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1F1F"/>
                </a:solidFill>
              </a:rPr>
              <a:t>Python only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0" y="63550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Streamlit PDF Compressor  |  Free Forever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Results &amp;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560320" cy="20116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60320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B1F1F"/>
                </a:solidFill>
              </a:rPr>
              <a:t>60-70%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18096"/>
                </a:solidFill>
              </a:rPr>
              <a:t>Compression
Achieved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2560320" cy="20116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560320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17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B1F1F"/>
                </a:solidFill>
              </a:rPr>
              <a:t>1.72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18096"/>
                </a:solidFill>
              </a:rPr>
              <a:t>Original
File 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2560320" cy="20116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560320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17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B1F1F"/>
                </a:solidFill>
              </a:rPr>
              <a:t>~600 KB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18096"/>
                </a:solidFill>
              </a:rPr>
              <a:t>Compressed
File Size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280160"/>
            <a:ext cx="2560320" cy="20116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280160"/>
            <a:ext cx="2560320" cy="731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417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B1F1F"/>
                </a:solidFill>
              </a:rPr>
              <a:t>200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18096"/>
                </a:solidFill>
              </a:rPr>
              <a:t>Max File
Size Supported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3748"/>
                </a:solidFill>
              </a:rPr>
              <a:t>Live App: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11247120" cy="64008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🌍  https://zeeshans-pdf-tool.streamlit.app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3748"/>
                </a:solidFill>
              </a:rPr>
              <a:t>Key advantages: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</a:rPr>
              <a:t>✅ Free forever   ✅ Better compression   ✅ Supports 200MB files   ✅ No HTML/CSS needed   ✅ Ghostscript powered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0" y="63550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Streamlit PDF Compressor  |  Free Forever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5486400" cy="5486400"/>
          </a:xfrm>
          <a:prstGeom prst="ellipse">
            <a:avLst/>
          </a:prstGeom>
          <a:solidFill>
            <a:srgbClr val="2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200400"/>
            <a:ext cx="5029200" cy="5029200"/>
          </a:xfrm>
          <a:prstGeom prst="ellipse">
            <a:avLst/>
          </a:prstGeom>
          <a:solidFill>
            <a:srgbClr val="2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FF8A8A"/>
                </a:solidFill>
              </a:rPr>
              <a:t>Streamlit PDF Compressor — Built from scratch in 2 days!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🌍  https://zeeshans-pdf-tool.streamlit.app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8080"/>
                </a:solidFill>
              </a:rPr>
              <a:t>By Zeeshan Ahmad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